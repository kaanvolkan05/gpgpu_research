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1" r:id="rId5"/>
    <p:sldId id="262" r:id="rId6"/>
    <p:sldId id="259" r:id="rId7"/>
    <p:sldId id="25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72" d="100"/>
          <a:sy n="72" d="100"/>
        </p:scale>
        <p:origin x="855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8F7E9-3854-6D63-DE87-02AA062309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420B35-FDC6-B08B-B40C-71600AA6EE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7FEE39-FC9F-275F-76D7-C625082FC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CB7E9-0B23-1BCF-4269-4DDA5A4E9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0BC0A7-8D04-1238-E694-95262BA16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041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DF4-5BDA-D9C5-9B0D-2E2A1118E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AB481-3FA8-591A-9073-51F459EBA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E3296-B89E-62C9-C29E-6B74FC357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4C0828-0C76-4488-E037-49C36BF7E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BAF51-C459-C3F8-BFE6-A7C9A29F7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230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7F320-ED06-9F33-6319-1DFE5393A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8AAA1-0FED-F37F-7EE4-BE544F111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0A0D47-D8CB-D6C0-E060-32A319C23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9AF7B-526F-DF14-0C6F-50025A8E1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E789B-F355-69E9-7A62-BB243B8F6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6576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DF826-D800-8B3B-B1DB-6E74F8E98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74DFA-F187-F7B9-ECEF-665CBD0B55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4FDF17-6270-0FE6-690B-97B2A845EC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71FAB-1BE1-7DBC-187B-D42D32E43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43AC9-D23B-FB08-A048-56B2BD41B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A4546-5CFE-3593-1A44-281B745FE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434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4DFE5-AAF5-A8DF-67D0-ED4BA28B2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D2E204-2E8B-E848-6326-4BED876C65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FEA2D2-4F41-915C-9F87-DAFA58FC7F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97480F-DC6F-ED19-71D0-374F0D7713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B7BDF7-D761-0234-250D-CCE27C9B42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6708F3-C08F-36EB-B0F9-F01498182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46A0CC-7FAE-BFD8-DC55-141FC2B93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2CEAFD-1E51-DE46-0CA4-19F48117B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501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EA3EA-DA45-DBD2-838E-7355B064D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B3094F-ADC1-997C-838E-C66989EC6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52EC5-497E-419A-E97A-B8B5AF077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BB7483-2DD1-6BB6-AB15-CFBBFD3BD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175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23C032-2CEC-09D4-A598-E27D9CADD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97B44-838D-33DF-0BC0-2E0BCBF08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A8B1A-4E70-EC1B-9B3C-DDF49F5A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629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04E02-FDF2-2222-77F9-56CF964E1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D3FE0-3D70-C3CA-8B57-20A5FDB50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5B5FF9-5040-95B7-B915-A12547656A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DD319C-B970-BCD9-8E3B-3889A97D8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F105D2-56F2-1F19-1CD8-A02532060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2DEE59-6277-3B1A-D223-5439358AC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406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5F1F9-9338-8198-9D91-EB9DDF7CC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BF1080-7AA1-6098-9F0E-E5A13574A3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C1B259-7404-C482-7AD1-A88BA9937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F745-AAB7-8CFE-5CA6-CD6EDA015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D0D2E2-55BF-3F05-DF2F-F07C64C7F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AE5043-5FCB-6029-7CBC-7505D8E61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760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C65BD-D80D-D2BA-AE45-0BFBBD57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E759B5-DAE5-D95C-C882-DB79E27ED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88543-0721-7351-1F66-61059BBAF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6B4B82-0AA0-886B-79BE-6F11A9AC8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5C0EE1-62E1-8B7B-B783-CFEBFA9C1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79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FFC21C-B3C0-A4B1-31F2-09132A6F44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99214F-746E-9EB9-52F1-E2F80A0F01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FC64B-78F5-B6CD-0D80-017E35150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A0286-7D21-F6AA-082D-FD942E117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2DBF15-DE9E-45A0-C8B7-33CF058E3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036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95947D-E587-83A1-01AF-2ABB1D70D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A96E17-8AA2-10CD-E007-CD2FD9DD72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46BF39-1F0A-3E45-704B-CF0A5E6B15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FE2A4-ADE4-5152-CFD4-ABC23A6E52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5B0E5B-3703-B8C2-2B69-4DDCD2AC34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560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83FD-EB31-5518-6A59-7C2E9A326F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for West River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891836-D58B-5389-0008-54551E15A1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867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DE3B1-A1D1-CD63-EFDA-1AE7F26F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Sanity Checks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7A8ED-E292-CF61-9F53-B9DCD8CEF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6CF0A-A784-9712-C2C8-FC454923D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10000"/>
          </a:bodyPr>
          <a:lstStyle/>
          <a:p>
            <a:pPr marL="342900" indent="-342900">
              <a:buAutoNum type="arabicPeriod"/>
            </a:pPr>
            <a:r>
              <a:rPr lang="en-US" dirty="0"/>
              <a:t>Under 0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Peak at zero degrees</a:t>
            </a:r>
          </a:p>
          <a:p>
            <a:pPr marL="800100" lvl="1" indent="-342900">
              <a:buAutoNum type="arabicPeriod"/>
            </a:pPr>
            <a:r>
              <a:rPr lang="en-US" dirty="0"/>
              <a:t>Absorption dependance must recover the beer lambert law</a:t>
            </a:r>
          </a:p>
          <a:p>
            <a:pPr marL="342900" indent="-342900">
              <a:buAutoNum type="arabicPeriod"/>
            </a:pPr>
            <a:r>
              <a:rPr lang="en-US" dirty="0"/>
              <a:t>Under conditions where 1 scattering event per photon on average occurs:</a:t>
            </a:r>
          </a:p>
          <a:p>
            <a:pPr marL="800100" lvl="1" indent="-342900">
              <a:buAutoNum type="arabicPeriod"/>
            </a:pPr>
            <a:r>
              <a:rPr lang="en-US" dirty="0"/>
              <a:t>We must recover the Fornier Forand distribution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be close</a:t>
            </a:r>
          </a:p>
          <a:p>
            <a:pPr marL="342900" indent="-342900">
              <a:buAutoNum type="arabicPeriod"/>
            </a:pPr>
            <a:r>
              <a:rPr lang="en-US" dirty="0"/>
              <a:t>Under reasonable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Increasing photon number must reduce std of solutions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</a:t>
            </a:r>
            <a:r>
              <a:rPr lang="en-US" dirty="0" err="1"/>
              <a:t>divarge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 Under very large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Source must look isotropic at a distance with no forward bias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converge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107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77E8-C58B-D8E1-A3AD-F4FA7A6F7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Scattering Check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1E261-3E13-2E5E-33EF-D6FD51D80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C8ECB81-F538-BEF0-3CDD-5EF1CB03CF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289" y="2505075"/>
            <a:ext cx="4912784" cy="3684588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8E22DB-48CA-CC3E-4860-A85544A96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FF93458-1A9C-97F1-32B3-696333D6E3F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402" y="2505075"/>
            <a:ext cx="4912784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619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7EC54-3F47-EEB3-F49C-6ADDCD544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Absorption-</a:t>
            </a:r>
            <a:r>
              <a:rPr lang="en-US" dirty="0" err="1"/>
              <a:t>BeerLambert</a:t>
            </a:r>
            <a:r>
              <a:rPr lang="en-US" dirty="0"/>
              <a:t> Crosscheck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BBE854-CF5E-5F60-728F-58D0ED72869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58194"/>
            <a:ext cx="5181600" cy="3886200"/>
          </a:xfrm>
          <a:prstGeom prst="rect">
            <a:avLst/>
          </a:prstGeom>
        </p:spPr>
      </p:pic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8D83059-441A-03D2-BE01-4CCFDE08CAA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31740297"/>
              </p:ext>
            </p:extLst>
          </p:nvPr>
        </p:nvGraphicFramePr>
        <p:xfrm>
          <a:off x="7212496" y="2441851"/>
          <a:ext cx="3108957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1730474470"/>
                    </a:ext>
                  </a:extLst>
                </a:gridCol>
                <a:gridCol w="1040959">
                  <a:extLst>
                    <a:ext uri="{9D8B030D-6E8A-4147-A177-3AD203B41FA5}">
                      <a16:colId xmlns:a16="http://schemas.microsoft.com/office/drawing/2014/main" val="567074295"/>
                    </a:ext>
                  </a:extLst>
                </a:gridCol>
                <a:gridCol w="1031679">
                  <a:extLst>
                    <a:ext uri="{9D8B030D-6E8A-4147-A177-3AD203B41FA5}">
                      <a16:colId xmlns:a16="http://schemas.microsoft.com/office/drawing/2014/main" val="1091934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Absorption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Normalized Fluence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Beer-Lambert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0001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223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346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474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7846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446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4.32e-5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4.54e-5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42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5614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2256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8B833-A627-EF0D-80E8-9139A895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029C07-C905-3A77-FA6C-DA96735E126E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9F6216-FE26-A01B-8564-DFA27F4EA6F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For proper verification, I will use an analytic solver</a:t>
            </a:r>
          </a:p>
        </p:txBody>
      </p:sp>
    </p:spTree>
    <p:extLst>
      <p:ext uri="{BB962C8B-B14F-4D97-AF65-F5344CB8AC3E}">
        <p14:creationId xmlns:p14="http://schemas.microsoft.com/office/powerpoint/2010/main" val="23479366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92E64-2938-2E72-3704-0B2F214CA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E48B6-D143-64CD-E99F-B83C8C90B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35A90-343A-331E-F423-28D767CCB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F2B44-79DC-9756-4DB0-9D4EFB36E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88F27-8EE8-783C-5CB9-DD3F9E6A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106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131</Words>
  <Application>Microsoft Office PowerPoint</Application>
  <PresentationFormat>Widescreen</PresentationFormat>
  <Paragraphs>43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Presentation for West River</vt:lpstr>
      <vt:lpstr>Sanity Checks</vt:lpstr>
      <vt:lpstr>Zero Scattering Check</vt:lpstr>
      <vt:lpstr>Absorption-BeerLambert Crosscheck</vt:lpstr>
      <vt:lpstr>Validation</vt:lpstr>
      <vt:lpstr>PowerPoint Presentation</vt:lpstr>
      <vt:lpstr>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Kaan Volkan</dc:creator>
  <cp:lastModifiedBy>Kaan Volkan</cp:lastModifiedBy>
  <cp:revision>1</cp:revision>
  <dcterms:created xsi:type="dcterms:W3CDTF">2026-08-17T19:46:41Z</dcterms:created>
  <dcterms:modified xsi:type="dcterms:W3CDTF">2026-08-17T22:15:47Z</dcterms:modified>
</cp:coreProperties>
</file>